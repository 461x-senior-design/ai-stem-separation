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793" y="1038374"/>
            <a:ext cx="717641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Progress Report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8852" y="1997125"/>
            <a:ext cx="8226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Mini-Labs: Building the Audio Separation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964542" y="3016151"/>
            <a:ext cx="32147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Audio Source Separation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25460" y="3765352"/>
            <a:ext cx="20929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800"/>
              </a:spcAft>
              <a:buNone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1061889"/>
            <a:ext cx="812809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4444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Goal: Prepare for U-Net Training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31430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7950" y="1692027"/>
            <a:ext cx="8128099" cy="147265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Data Integration &amp; Audio Loading</a:t>
            </a:r>
            <a:endParaRPr lang="en-US" sz="1600" dirty="0"/>
          </a:p>
          <a:p>
            <a:pPr algn="l" marL="158750" indent="-158750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NumPy for Audio Processing</a:t>
            </a:r>
            <a:endParaRPr lang="en-US" sz="1600" dirty="0"/>
          </a:p>
          <a:p>
            <a:pPr algn="l" marL="158750" indent="-158750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librosa STFT Transformation</a:t>
            </a:r>
            <a:endParaRPr lang="en-US" sz="1600" dirty="0"/>
          </a:p>
          <a:p>
            <a:pPr algn="l" marL="158750" indent="-158750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PyTorch Essentials</a:t>
            </a:r>
            <a:endParaRPr lang="en-US" sz="1600" dirty="0"/>
          </a:p>
          <a:p>
            <a:pPr algn="l" marL="158750" indent="-158750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 U-Net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3355181"/>
            <a:ext cx="8128099" cy="954584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6050" y="3355181"/>
            <a:ext cx="0" cy="954584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101" y="3558332"/>
            <a:ext cx="7953958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lab builds on the previous, creating the complete vocal separation pipeline. Each team member's work is represented.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Pipeline: Labs 1-5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7525"/>
            <a:ext cx="8128099" cy="3696593"/>
          </a:xfrm>
          <a:prstGeom prst="roundRect">
            <a:avLst>
              <a:gd name="adj" fmla="val 206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095226"/>
            <a:ext cx="7874198" cy="40927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095226"/>
            <a:ext cx="0" cy="4092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196727"/>
            <a:ext cx="77241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File</a:t>
            </a:r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(.wav/.mp3)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6159" y="1555254"/>
            <a:ext cx="803168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Lab 1: librosa.load()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1828205"/>
            <a:ext cx="7874198" cy="40927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1828205"/>
            <a:ext cx="0" cy="4092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476" y="1929705"/>
            <a:ext cx="77241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Array</a:t>
            </a:r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(waveform) - 661,500 samples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6159" y="2288232"/>
            <a:ext cx="803168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Lab 2: NumPy operations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01" y="2561183"/>
            <a:ext cx="7874198" cy="40927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2561183"/>
            <a:ext cx="0" cy="4092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476" y="2662684"/>
            <a:ext cx="77241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Spectrogram</a:t>
            </a:r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(1,025 × 646) - 662,150 measurements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6159" y="3021211"/>
            <a:ext cx="803168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Lab 3: librosa.stft()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294162"/>
            <a:ext cx="7874198" cy="40927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8713" y="3294162"/>
            <a:ext cx="0" cy="4092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476" y="3395663"/>
            <a:ext cx="77241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Tensor on GPU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6159" y="3754189"/>
            <a:ext cx="803168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Lab 4: torch.from_numpy()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4901" y="4027140"/>
            <a:ext cx="7874198" cy="40927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8713" y="4027140"/>
            <a:ext cx="0" cy="40927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476" y="4128641"/>
            <a:ext cx="7724126" cy="206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Separated Vocals &amp; Music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770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17450"/>
            <a:ext cx="2590699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3901" y="1414611"/>
            <a:ext cx="259069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3901" y="2487662"/>
            <a:ext cx="259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Cameron's POC, Yovannoa, cervanj2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2103" y="381000"/>
            <a:ext cx="5311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is Just Numbers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92103" y="838200"/>
            <a:ext cx="5207496" cy="85725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 = 22,050 samples/second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= 661,500 measurements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sample is a float (-1.0 to 1.0)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92103" y="1847850"/>
            <a:ext cx="5207496" cy="1930747"/>
          </a:xfrm>
          <a:prstGeom prst="roundRect">
            <a:avLst>
              <a:gd name="adj" fmla="val 394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44503" y="2076450"/>
            <a:ext cx="50007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librosa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44503" y="2401639"/>
            <a:ext cx="500075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audio, sr = librosa.load('song.wav', sr=22050)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44503" y="2975818"/>
            <a:ext cx="50007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print(f"Shape: {audio.shape}")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44503" y="3301008"/>
            <a:ext cx="50007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(661500,)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2103" y="3930997"/>
            <a:ext cx="531164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step of the POC. Foundation of cervanj2's preprocessing layer.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7702" cy="51435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17450"/>
            <a:ext cx="2590699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3901" y="1414611"/>
            <a:ext cx="2590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Arrays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3901" y="2078087"/>
            <a:ext cx="259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Cameron, cervanj2, Ryan, Yovannoa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2103" y="381000"/>
            <a:ext cx="5311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Powers 765,000 Measurements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92103" y="838200"/>
            <a:ext cx="5207496" cy="11430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is 10-100x faster than Python loops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18-slice multi-scale analysis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slicing: magnitude[:, start:end]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with librosa and PyTorch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92103" y="2133600"/>
            <a:ext cx="5207496" cy="1356568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0678" y="2133600"/>
            <a:ext cx="0" cy="1356568"/>
          </a:xfrm>
          <a:prstGeom prst="line">
            <a:avLst/>
          </a:prstGeom>
          <a:noFill/>
          <a:ln w="571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1653" y="2362200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Operations: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1653" y="2687389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= audio * 0.5  # Entire array processed at once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1653" y="3012579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slice_data = magnitude[:, start:end]  # Extract time slice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2103" y="3642568"/>
            <a:ext cx="531164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Powers all 765,000 measurements in the POC. Foundation for PyTorch conversion.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7702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17450"/>
            <a:ext cx="2590699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3901" y="1414611"/>
            <a:ext cx="2590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librosa STFT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3901" y="2078087"/>
            <a:ext cx="259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Cameron's POC, cervanj2 architecture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2103" y="381000"/>
            <a:ext cx="5311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→ Spectrograms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92103" y="838200"/>
            <a:ext cx="5207496" cy="11430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STFT = Short-Time Fourier Transform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 waveform → 2D spectrogram (frequency × time)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with ISTFT (perfect reconstruction)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processes spectrograms like images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92103" y="2133600"/>
            <a:ext cx="5207496" cy="1605558"/>
          </a:xfrm>
          <a:prstGeom prst="rect">
            <a:avLst/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0678" y="2133600"/>
            <a:ext cx="0" cy="1605558"/>
          </a:xfrm>
          <a:prstGeom prst="line">
            <a:avLst/>
          </a:prstGeom>
          <a:noFill/>
          <a:ln w="571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1653" y="2362200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1653" y="2687389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Waveform: (661,500,) → Spectrogram: (1,025 × 646)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1653" y="3012579"/>
            <a:ext cx="4942457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1,025 frequency bins × 646 time frames = 662,150 measurements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92103" y="3891558"/>
            <a:ext cx="531164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of the POC. Enables neural networks to "see" audio. STFT in preprocessing, ISTFT in post-processing.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770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17450"/>
            <a:ext cx="2590699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3901" y="1414611"/>
            <a:ext cx="2590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GPU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3901" y="2078087"/>
            <a:ext cx="259069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Ryan, Yovannoa, cervanj2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2103" y="330101"/>
            <a:ext cx="5311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→ PyTorch Tensors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92103" y="787301"/>
            <a:ext cx="5207496" cy="11430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acceleration: 10-100x faster than CPU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differentiation (autograd)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torch.from_numpy() converts spectrograms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4D tensor: (batch, channels, freq, time)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92103" y="2082701"/>
            <a:ext cx="5207496" cy="1828354"/>
          </a:xfrm>
          <a:prstGeom prst="rect">
            <a:avLst/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0678" y="2082701"/>
            <a:ext cx="0" cy="1828354"/>
          </a:xfrm>
          <a:prstGeom prst="line">
            <a:avLst/>
          </a:prstGeom>
          <a:noFill/>
          <a:ln w="571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1653" y="2311301"/>
            <a:ext cx="49424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Conversion: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1653" y="2600771"/>
            <a:ext cx="49424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= torch.from_numpy(magnitude).float()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1653" y="2890242"/>
            <a:ext cx="49424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= tensor.unsqueeze(0).unsqueeze(0)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1653" y="3179713"/>
            <a:ext cx="49424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= tensor.to(device)  # Move to GPU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1653" y="3469184"/>
            <a:ext cx="494245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[1, 1, 1025, 646]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2103" y="4063454"/>
            <a:ext cx="531164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U-Net processing on GPU. cervanj2's inference layer.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7702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317450"/>
            <a:ext cx="2590699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53901" y="1414611"/>
            <a:ext cx="259069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3901" y="2078087"/>
            <a:ext cx="25906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pPr algn="l" indent="0" marL="0">
              <a:lnSpc>
                <a:spcPts val="21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labs integrated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92103" y="381000"/>
            <a:ext cx="53116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the Manual Analysis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92103" y="838200"/>
            <a:ext cx="5207496" cy="1143000"/>
          </a:xfrm>
          <a:prstGeom prst="rect">
            <a:avLst/>
          </a:prstGeom>
          <a:noFill/>
          <a:ln/>
        </p:spPr>
        <p:txBody>
          <a:bodyPr wrap="square" lIns="139700" tIns="0" rIns="0" bIns="0" rtlCol="0" anchor="t"/>
          <a:lstStyle/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neural network architecture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spectrograms as 2D images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create separation masks automatically</a:t>
            </a:r>
            <a:endParaRPr lang="en-US" sz="1500" dirty="0"/>
          </a:p>
          <a:p>
            <a:pPr algn="l" marL="139700" indent="-1397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POC: 70-80% quality | U-Net: 85-95% potential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92103" y="2133600"/>
            <a:ext cx="5207496" cy="1681758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20678" y="2133600"/>
            <a:ext cx="0" cy="1681758"/>
          </a:xfrm>
          <a:prstGeom prst="line">
            <a:avLst/>
          </a:prstGeom>
          <a:noFill/>
          <a:ln w="571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1653" y="2362200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1653" y="2687389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Mixed spectrogram [1, 1, 1025, 646]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1653" y="3012579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U-Net: Learns vocal vs music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1653" y="3337768"/>
            <a:ext cx="4942457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Separated vocals &amp; music stems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2103" y="3967758"/>
            <a:ext cx="531164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pPr algn="l" indent="0" marL="0">
              <a:lnSpc>
                <a:spcPts val="19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Brings all 5 labs together. Automates the POC approach. Ready for weeks 6-7-8 training.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941338"/>
            <a:ext cx="812809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Contributed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93750"/>
            <a:ext cx="3968800" cy="1425029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12800"/>
            <a:ext cx="396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1384250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Cameron's POC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0350" y="1723876"/>
            <a:ext cx="3664000" cy="742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concept (70-80%)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18-slice analysis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765,000 measurements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7250" y="1193750"/>
            <a:ext cx="3968800" cy="1425029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0" y="1212800"/>
            <a:ext cx="396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9650" y="1384250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cervanj2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19650" y="1723876"/>
            <a:ext cx="3664000" cy="742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system design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(Labs 1-3)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layer (Lab 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2745730"/>
            <a:ext cx="3968800" cy="1425029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2764780"/>
            <a:ext cx="396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350" y="2936230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Ryan's Tutorial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350" y="3275856"/>
            <a:ext cx="3664000" cy="742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acceleration ✓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operations ✓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basics 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7250" y="2745730"/>
            <a:ext cx="3968800" cy="1425029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2764780"/>
            <a:ext cx="396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9650" y="2936230"/>
            <a:ext cx="37372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Yovannoa's Tutorial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9650" y="3275856"/>
            <a:ext cx="3664000" cy="742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Autograd ✓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loops ✓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classifier ✓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941338"/>
            <a:ext cx="8128099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Contributed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93750"/>
            <a:ext cx="8128099" cy="1425029"/>
          </a:xfrm>
          <a:prstGeom prst="roundRect">
            <a:avLst>
              <a:gd name="adj" fmla="val 53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12800"/>
            <a:ext cx="8128099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1384250"/>
            <a:ext cx="7979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Heodon's Trello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0350" y="1723876"/>
            <a:ext cx="7823299" cy="74250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Trello board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task workflows</a:t>
            </a:r>
            <a:endParaRPr lang="en-US" sz="1300" dirty="0"/>
          </a:p>
          <a:p>
            <a:pPr algn="l" marL="114300" indent="-1143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 Weeks 6-7-8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1019175"/>
            <a:ext cx="8128099" cy="1218605"/>
          </a:xfrm>
          <a:prstGeom prst="roundRect">
            <a:avLst>
              <a:gd name="adj" fmla="val 416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31763" y="1019175"/>
            <a:ext cx="0" cy="121860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7975" y="1171575"/>
            <a:ext cx="7931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6-7: Build Basic U-Net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975" y="1485900"/>
            <a:ext cx="79311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functional U-Net architecture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7975" y="1785640"/>
            <a:ext cx="79311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Pytorch-UNet repository as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339280"/>
            <a:ext cx="8128099" cy="1218605"/>
          </a:xfrm>
          <a:prstGeom prst="roundRect">
            <a:avLst>
              <a:gd name="adj" fmla="val 416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339280"/>
            <a:ext cx="0" cy="121860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491680"/>
            <a:ext cx="7931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Integration &amp;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7975" y="2806005"/>
            <a:ext cx="79311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pipeline integration (Labs 1-5 + U-Net)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7975" y="3105745"/>
            <a:ext cx="79311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with sample audio, validate functionality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710285"/>
            <a:ext cx="8128099" cy="853380"/>
          </a:xfrm>
          <a:prstGeom prst="roundRect">
            <a:avLst>
              <a:gd name="adj" fmla="val 595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4901" y="3887986"/>
            <a:ext cx="8031682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 Goal:</a:t>
            </a:r>
            <a:pPr algn="l" indent="0" marL="0">
              <a:lnSpc>
                <a:spcPts val="196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Basic but functional U-Net ready to build into a full 4-stem splitter (drums, bass, vocals, other) in Semester 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444401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Labs, 1 Complete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34901" y="1126927"/>
            <a:ext cx="7874198" cy="5206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58713" y="1126927"/>
            <a:ext cx="0" cy="5206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026" y="1253877"/>
            <a:ext cx="7594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 audio → NumPy arrays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901" y="1723727"/>
            <a:ext cx="7874198" cy="5206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1723727"/>
            <a:ext cx="0" cy="5206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026" y="1850678"/>
            <a:ext cx="7594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with NumPy → 765,000 measurements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901" y="2320528"/>
            <a:ext cx="7874198" cy="5206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58713" y="2320528"/>
            <a:ext cx="0" cy="5206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026" y="2447479"/>
            <a:ext cx="7594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Transform with STFT → 2D spectrograms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4901" y="2917329"/>
            <a:ext cx="7874198" cy="5206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2917329"/>
            <a:ext cx="0" cy="5206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026" y="3044279"/>
            <a:ext cx="7594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to PyTorch → GPU tensors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901" y="3514130"/>
            <a:ext cx="7874198" cy="52060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58713" y="3514130"/>
            <a:ext cx="0" cy="520601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026" y="3641080"/>
            <a:ext cx="75944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5: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 with U-Net → Separated vocals &amp; music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901" y="4225230"/>
            <a:ext cx="7874198" cy="5715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11607" y="4377630"/>
            <a:ext cx="7720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weeks 6-7-8 U-Net implementation!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6806" y="1143000"/>
            <a:ext cx="513023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057102" y="2508200"/>
            <a:ext cx="5029646" cy="2181374"/>
          </a:xfrm>
          <a:prstGeom prst="roundRect">
            <a:avLst>
              <a:gd name="adj" fmla="val 698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60095" y="2825651"/>
            <a:ext cx="4223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Materials: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60095" y="3234482"/>
            <a:ext cx="4223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detailed lab documents (7 pages each)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60095" y="3643313"/>
            <a:ext cx="4223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scripts with timing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0095" y="4052143"/>
            <a:ext cx="4223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files ready to run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Progress Report: 5 Mini-Labs</dc:title>
  <dc:subject>Audio Separation Pipeline</dc:subject>
  <dc:creator>Team Audio Source Separation</dc:creator>
  <cp:lastModifiedBy>Team Audio Source Separation</cp:lastModifiedBy>
  <cp:revision>1</cp:revision>
  <dcterms:created xsi:type="dcterms:W3CDTF">2025-10-29T07:45:30Z</dcterms:created>
  <dcterms:modified xsi:type="dcterms:W3CDTF">2025-10-29T07:45:30Z</dcterms:modified>
</cp:coreProperties>
</file>